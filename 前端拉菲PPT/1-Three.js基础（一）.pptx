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1/18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2/18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3/18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4/18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5/18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6/18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7/18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8/18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4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9/18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5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10/18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5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11/18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5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12/18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5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13/18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5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14/18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6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15/18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6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16/18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6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17/18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--01.导学__6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01.导学 ｜ 第 18/18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0-- 09.three.js使用GUI工具_上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09.three.js使用GUI工具_上 ｜ 第 1/2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0-- 09.three.js使用GUI工具_上_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09.three.js使用GUI工具_上 ｜ 第 2/2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1-- 09.three.js使用GUI工具_下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09.three.js使用GUI工具_下 ｜ 第 1/2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1-- 09.three.js使用GUI工具_下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09.three.js使用GUI工具_下 ｜ 第 2/2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2-- 10.练习小结-初始化立方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10.练习小结-初始化立方体 ｜ 第 1/1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3-- 11.案例-五颜六色立方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11.案例-五颜六色立方体 ｜ 第 1/3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3-- 11.案例-五颜六色立方体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11.案例-五颜六色立方体 ｜ 第 2/3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13-- 11.案例-五颜六色立方体_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11.案例-五颜六色立方体 ｜ 第 3/3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1/9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2/9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3/9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4/9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5/9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3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6/9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3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7/9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8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8/9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2--02.three.js 三要素__9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02.three.js 三要素 ｜ 第 9/9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3-- 03.three.js立方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03.three.js立方体 ｜ 第 1/5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3-- 03.three.js立方体_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03.three.js立方体 ｜ 第 2/5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3-- 03.three.js立方体_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03.three.js立方体 ｜ 第 3/5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3-- 03.three.js立方体__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03.three.js立方体 ｜ 第 4/5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3-- 03.three.js立方体__2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03.three.js立方体 ｜ 第 5/5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4-- 04.three.js轨道控制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04.three.js轨道控制器 ｜ 第 1/3 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4-- 04.three.js轨道控制器_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04.three.js轨道控制器 ｜ 第 2/3 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4-- 04.three.js轨道控制器__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04.three.js轨道控制器 ｜ 第 3/3 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5-- 05.three.js坐标轴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05.three.js坐标轴 ｜ 第 1/2 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5-- 05.three.js坐标轴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05.three.js坐标轴 ｜ 第 2/2 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6-- 06.轨道控制器-控制_上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06.轨道控制器-控制_上 ｜ 第 1/2 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6-- 06.轨道控制器-控制_上__6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06.轨道控制器-控制_上 ｜ 第 2/2 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7-- 06.轨道控制器-控制_下_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06.轨道控制器-控制_下 ｜ 第 1/4 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7-- 06.轨道控制器-控制_下_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06.轨道控制器-控制_下 ｜ 第 2/4 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7-- 06.轨道控制器-控制_下__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06.轨道控制器-控制_下 ｜ 第 3/4 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7-- 06.轨道控制器-控制_下__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06.轨道控制器-控制_下 ｜ 第 4/4 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8-- 07.优化-适配场景大小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07.优化-适配场景大小 ｜ 第 1/2 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8-- 07.优化-适配场景大小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07.优化-适配场景大小 ｜ 第 2/2 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9-- 08.three.js移动立方体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08.three.js移动立方体 ｜ 第 1/3 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9-- 08.three.js移动立方体_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08.three.js移动立方体 ｜ 第 2/3 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Three.js基础（一）__9-- 08.three.js移动立方体__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1-Three.js基础（一） ｜ 08.three.js移动立方体 ｜ 第 3/3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
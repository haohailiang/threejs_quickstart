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1-- 16.光源-环境光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16.光源-环境光 ｜ 第 1/3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1-- 16.光源-环境光_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16.光源-环境光 ｜ 第 2/3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1-- 16.光源-环境光__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16.光源-环境光 ｜ 第 3/3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2-- 17.光源-点光源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17.光源-点光源 ｜ 第 1/3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2-- 17.光源-点光源_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17.光源-点光源 ｜ 第 2/3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2-- 17.光源-点光源_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17.光源-点光源 ｜ 第 3/3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3-- 18.光源-平行光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18.光源-平行光 ｜ 第 1/4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3-- 18.光源-平行光_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18.光源-平行光 ｜ 第 2/4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3-- 18.光源-平行光_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18.光源-平行光 ｜ 第 3/4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3-- 18.光源-平行光__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18.光源-平行光 ｜ 第 4/4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4-- 19.光源-聚光灯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19.光源-聚光灯 ｜ 第 1/3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4-- 19.光源-聚光灯_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19.光源-聚光灯 ｜ 第 2/3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4-- 19.光源-聚光灯_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19.光源-聚光灯 ｜ 第 3/3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5-- 20.灯光与阴影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20.灯光与阴影 ｜ 第 1/3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5-- 20.灯光与阴影_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20.灯光与阴影 ｜ 第 2/3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-光源__5-- 20.灯光与阴影__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6-光源 ｜ 20.灯光与阴影 ｜ 第 3/3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
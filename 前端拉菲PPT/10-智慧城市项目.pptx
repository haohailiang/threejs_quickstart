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-- 01.项目-介绍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01.项目-介绍 ｜ 第 1/3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-- 01.项目-介绍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01.项目-介绍 ｜ 第 2/3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-- 01.项目-介绍__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01.项目-介绍 ｜ 第 3/3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0-- 10.项目-火灾标记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10.项目-火灾标记 ｜ 第 1/3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0-- 10.项目-火灾标记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10.项目-火灾标记 ｜ 第 2/3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0-- 10.项目-火灾标记__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10.项目-火灾标记 ｜ 第 3/3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1-- 11.项目-火灾影响范围标记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11.项目-火灾影响范围标记 ｜ 第 1/4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1-- 11.项目-火灾影响范围标记__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11.项目-火灾影响范围标记 ｜ 第 2/4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1-- 11.项目-火灾影响范围标记__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11.项目-火灾影响范围标记 ｜ 第 3/4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1-- 11.项目-火灾影响范围标记__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11.项目-火灾影响范围标记 ｜ 第 4/4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2-- 12.项目-建筑物信息标记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12.项目-建筑物信息标记 ｜ 第 1/3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2-- 12.项目-建筑物信息标记_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12.项目-建筑物信息标记 ｜ 第 2/3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2-- 12.项目-建筑物信息标记__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12.项目-建筑物信息标记 ｜ 第 3/3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1/7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2/7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3/7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4/7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5/7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6/7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3-- 13.项目-水波纹动态效果__3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13.项目-水波纹动态效果 ｜ 第 7/7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4-- 14.项目-游船效果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14.项目-游船效果 ｜ 第 1/6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4-- 14.项目-游船效果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14.项目-游船效果 ｜ 第 2/6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4-- 14.项目-游船效果_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14.项目-游船效果 ｜ 第 3/6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4-- 14.项目-游船效果__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14.项目-游船效果 ｜ 第 4/6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4-- 14.项目-游船效果__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14.项目-游船效果 ｜ 第 5/6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4-- 14.项目-游船效果__2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14.项目-游船效果 ｜ 第 6/6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5-- 15.项目-点击查看建筑信息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15.项目-点击查看建筑信息 ｜ 第 1/5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5-- 15.项目-点击查看建筑信息_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15.项目-点击查看建筑信息 ｜ 第 2/5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5-- 15.项目-点击查看建筑信息_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15.项目-点击查看建筑信息 ｜ 第 3/5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5-- 15.项目-点击查看建筑信息__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15.项目-点击查看建筑信息 ｜ 第 4/5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5-- 15.项目-点击查看建筑信息__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15.项目-点击查看建筑信息 ｜ 第 5/5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6-- 16.项目-点击隐藏建筑信息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16.项目-点击隐藏建筑信息 ｜ 第 1/2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6-- 16.项目-点击隐藏建筑信息_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16.项目-点击隐藏建筑信息 ｜ 第 2/2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7-- 17.项目-火灾范围影响动效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17.项目-火灾范围影响动效 ｜ 第 1/4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7-- 17.项目-火灾范围影响动效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17.项目-火灾范围影响动效 ｜ 第 2/4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7-- 17.项目-火灾范围影响动效_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17.项目-火灾范围影响动效 ｜ 第 3/4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7-- 17.项目-火灾范围影响动效__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17.项目-火灾范围影响动效 ｜ 第 4/4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8-- 18.项目-鸟瞰模式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18.项目-鸟瞰模式 ｜ 第 1/4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8-- 18.项目-鸟瞰模式_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18.项目-鸟瞰模式 ｜ 第 2/4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8-- 18.项目-鸟瞰模式__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18.项目-鸟瞰模式 ｜ 第 3/4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8-- 18.项目-鸟瞰模式__2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18.项目-鸟瞰模式 ｜ 第 4/4 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9-- 19.项目-漫游模式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19.项目-漫游模式 ｜ 第 1/3 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9-- 19.项目-漫游模式_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19.项目-漫游模式 ｜ 第 2/3 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19-- 19.项目-漫游模式__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19.项目-漫游模式 ｜ 第 3/3 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-- 02.项目-模型加载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02.项目-模型加载 ｜ 第 1/2 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-- 02.项目-模型加载_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02.项目-模型加载 ｜ 第 2/2 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0-- 20.项目-上_漫游模式-相机旋转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20.项目-上_漫游模式-相机旋转 ｜ 第 1/4 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0-- 20.项目-上_漫游模式-相机旋转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20.项目-上_漫游模式-相机旋转 ｜ 第 2/4 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0-- 20.项目-上_漫游模式-相机旋转_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20.项目-上_漫游模式-相机旋转 ｜ 第 3/4 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0-- 20.项目-上_漫游模式-相机旋转__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20.项目-上_漫游模式-相机旋转 ｜ 第 4/4 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2-- 21.项目-模型进度加载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21.项目-模型进度加载 ｜ 第 1/5 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2-- 21.项目-模型进度加载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21.项目-模型进度加载 ｜ 第 2/5 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2-- 21.项目-模型进度加载_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21.项目-模型进度加载 ｜ 第 3/5 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2-- 21.项目-模型进度加载__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21.项目-模型进度加载 ｜ 第 4/5 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2-- 21.项目-模型进度加载__2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21.项目-模型进度加载 ｜ 第 5/5 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3-- 22.项目-集成接口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22.项目-集成接口 ｜ 第 1/2 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3-- 22.项目-集成接口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22.项目-集成接口 ｜ 第 2/2 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4-- 23.项目-ECharts的集成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23.项目-ECharts的集成 ｜ 第 1/2 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4-- 23.项目-ECharts的集成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23.项目-ECharts的集成 ｜ 第 2/2 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5-- 24.项目-产业分布查看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24.项目-产业分布查看 ｜ 第 1/2 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5-- 24.项目-产业分布查看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24.项目-产业分布查看 ｜ 第 2/2 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26-- 25.项目-火灾标记切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25.项目-火灾标记切换 ｜ 第 1/1 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3-- 03.项目-城市加载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03.项目-城市加载 ｜ 第 1/2 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3-- 03.项目-城市加载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03.项目-城市加载 ｜ 第 2/2 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4-- 04.项目-城市细节修改-材质颜色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04.项目-城市细节修改-材质颜色 ｜ 第 1/2 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4-- 04.项目-城市细节修改-材质颜色_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04.项目-城市细节修改-材质颜色 ｜ 第 2/2 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5-- 05.项目-城市细节修改-边线设置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05.项目-城市细节修改-边线设置 ｜ 第 1/4 页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5-- 05.项目-城市细节修改-边线设置_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05.项目-城市细节修改-边线设置 ｜ 第 2/4 页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5-- 05.项目-城市细节修改-边线设置_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05.项目-城市细节修改-边线设置 ｜ 第 3/4 页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5-- 05.项目-城市细节修改-边线设置__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05.项目-城市细节修改-边线设置 ｜ 第 4/4 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6-- 06.项目-城市细节修改-着色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06.项目-城市细节修改-着色器 ｜ 第 1/3 页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6-- 06.项目-城市细节修改-着色器_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06.项目-城市细节修改-着色器 ｜ 第 2/3 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6-- 06.项目-城市细节修改-着色器__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06.项目-城市细节修改-着色器 ｜ 第 3/3 页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7-- 07.项目-水面效果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07.项目-水面效果 ｜ 第 1/2 页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7-- 07.项目-水面效果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07.项目-水面效果 ｜ 第 2/2 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8-- 08.项目-添加游船物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08.项目-添加游船物体 ｜ 第 1/2 页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8-- 08.项目-添加游船物体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08.项目-添加游船物体 ｜ 第 2/2 页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9-- 09.项目-天空背景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09.项目-天空背景 ｜ 第 1/4 页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9-- 09.项目-天空背景_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09.项目-天空背景 ｜ 第 2/4 页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9-- 09.项目-天空背景_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09.项目-天空背景 ｜ 第 3/4 页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智慧城市项目__9-- 09.项目-天空背景__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10-智慧城市项目 ｜ 09.项目-天空背景 ｜ 第 4/4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
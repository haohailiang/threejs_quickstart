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1-- 12.three.js多个立方体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12.three.js多个立方体 ｜ 第 1/4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1-- 12.three.js多个立方体__1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12.three.js多个立方体 ｜ 第 2/4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1-- 12.three.js多个立方体__1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12.three.js多个立方体 ｜ 第 3/4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1-- 12.three.js多个立方体__3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12.three.js多个立方体 ｜ 第 4/4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10-- 21.three.js 立方体贴图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21.three.js 立方体贴图 ｜ 第 1/3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10-- 21.three.js 立方体贴图_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21.three.js 立方体贴图 ｜ 第 2/3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10-- 21.three.js 立方体贴图__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21.three.js 立方体贴图 ｜ 第 3/3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11-- 22.案例-全景公园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22.案例-全景公园 ｜ 第 1/4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11-- 22.案例-全景公园__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22.案例-全景公园 ｜ 第 2/4 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11-- 22.案例-全景公园__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22.案例-全景公园 ｜ 第 3/4 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11-- 22.案例-全景公园__1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22.案例-全景公园 ｜ 第 4/4 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12-- 23.three.js 视频纹理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23.three.js 视频纹理 ｜ 第 1/2 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12-- 23.three.js 视频纹理_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23.three.js 视频纹理 ｜ 第 2/2 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13-- 24.three.js 3D 渲染器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24.three.js 3D 渲染器 ｜ 第 1/3 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13-- 24.three.js 3D 渲染器_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24.three.js 3D 渲染器 ｜ 第 2/3 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13-- 24.three.js 3D 渲染器__1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24.three.js 3D 渲染器 ｜ 第 3/3 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14-- 25.three.js 鼠标事件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25.three.js 鼠标事件 ｜ 第 1/4 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14-- 25.three.js 鼠标事件__1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25.three.js 鼠标事件 ｜ 第 2/4 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14-- 25.three.js 鼠标事件__1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25.three.js 鼠标事件 ｜ 第 3/4 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14-- 25.three.js 鼠标事件__3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25.three.js 鼠标事件 ｜ 第 4/4 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2-- 13.three.js性能监视器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13.three.js性能监视器 ｜ 第 1/3 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2-- 13.three.js性能监视器__1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13.three.js性能监视器 ｜ 第 2/3 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2-- 13.three.js性能监视器__1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13.three.js性能监视器 ｜ 第 3/3 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3-- 14.three.js删除物体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14.three.js删除物体 ｜ 第 1/3 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3-- 14.three.js删除物体__1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14.three.js删除物体 ｜ 第 2/3 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3-- 14.three.js删除物体__1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14.three.js删除物体 ｜ 第 3/3 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4-- 15.three.js 物体分组管理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15.three.js 物体分组管理 ｜ 第 1/2 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4-- 15.three.js 物体分组管理__1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15.three.js 物体分组管理 ｜ 第 2/2 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5-- 16.练习-多种缓冲几何体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16.练习-多种缓冲几何体 ｜ 第 1/3 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5-- 16.练习-多种缓冲几何体_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16.练习-多种缓冲几何体 ｜ 第 2/3 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5-- 16.练习-多种缓冲几何体_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16.练习-多种缓冲几何体 ｜ 第 3/3 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6-- 17.介绍点物体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17.介绍点物体 ｜ 第 1/2 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6-- 17.介绍点物体_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17.介绍点物体 ｜ 第 2/2 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7-- 18.three.js线物体和材质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18.three.js线物体和材质 ｜ 第 1/2 页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7-- 18.three.js线物体和材质_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18.three.js线物体和材质 ｜ 第 2/2 页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8-- 19.three.js线物体区别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19.three.js线物体区别 ｜ 第 1/1 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9-- 20.three.js 全景图贴图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20.three.js 全景图贴图 ｜ 第 1/3 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9-- 20.three.js 全景图贴图_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20.three.js 全景图贴图 ｜ 第 2/3 页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Three.js基础（二）__9-- 20.three.js 全景图贴图__1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2-Three.js基础（二） ｜ 20.three.js 全景图贴图 ｜ 第 3/3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
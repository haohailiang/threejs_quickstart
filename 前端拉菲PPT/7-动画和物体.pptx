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1-- 21.gsap动画库_上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21.gsap动画库_上 ｜ 第 1/4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1-- 21.gsap动画库_上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21.gsap动画库_上 ｜ 第 2/4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1-- 21.gsap动画库_上_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21.gsap动画库_上 ｜ 第 3/4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1-- 21.gsap动画库_上_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21.gsap动画库_上 ｜ 第 4/4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3-- 22.CSS2D渲染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22.CSS2D渲染器 ｜ 第 1/2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3-- 22.CSS2D渲染器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22.CSS2D渲染器 ｜ 第 2/2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4-- 23.three.js 精灵物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23.three.js 精灵物体 ｜ 第 1/4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4-- 23.three.js 精灵物体_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23.three.js 精灵物体 ｜ 第 2/4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4-- 23.three.js 精灵物体__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23.three.js 精灵物体 ｜ 第 3/4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4-- 23.three.js 精灵物体__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23.three.js 精灵物体 ｜ 第 4/4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5-- 24.class 类的使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24.class 类的使用 ｜ 第 1/4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5-- 24.class 类的使用_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24.class 类的使用 ｜ 第 2/4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5-- 24.class 类的使用_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24.class 类的使用 ｜ 第 3/4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5-- 24.class 类的使用__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24.class 类的使用 ｜ 第 4/4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6-- 25.立方体类的创建和使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25.立方体类的创建和使用 ｜ 第 1/3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6-- 25.立方体类的创建和使用_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25.立方体类的创建和使用 ｜ 第 2/3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6-- 25.立方体类的创建和使用_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25.立方体类的创建和使用 ｜ 第 3/3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7-- 26.球体和基类的使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26.球体和基类的使用 ｜ 第 1/4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7-- 26.球体和基类的使用_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26.球体和基类的使用 ｜ 第 2/4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7-- 26.球体和基类的使用_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26.球体和基类的使用 ｜ 第 3/4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动画和物体__7-- 26.球体和基类的使用__2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7-动画和物体 ｜ 26.球体和基类的使用 ｜ 第 4/4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
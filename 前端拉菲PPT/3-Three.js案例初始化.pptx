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Three.js案例初始化__1-- 01.项目开始-Vite项目初始化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3-Three.js案例初始化 ｜ 01.项目开始-Vite项目初始化 ｜ 第 1/4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Three.js案例初始化__1-- 01.项目开始-Vite项目初始化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3-Three.js案例初始化 ｜ 01.项目开始-Vite项目初始化 ｜ 第 2/4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Three.js案例初始化__1-- 01.项目开始-Vite项目初始化_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3-Three.js案例初始化 ｜ 01.项目开始-Vite项目初始化 ｜ 第 3/4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Three.js案例初始化__1-- 01.项目开始-Vite项目初始化__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3-Three.js案例初始化 ｜ 01.项目开始-Vite项目初始化 ｜ 第 4/4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
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1-- 01.顶点坐标-绘制正方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01.顶点坐标-绘制正方形 ｜ 第 1/2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1-- 01.顶点坐标-绘制正方形__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01.顶点坐标-绘制正方形 ｜ 第 2/2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10-- 10.着色器-练习-旋转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10.着色器-练习-旋转效果 ｜ 第 1/2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10-- 10.着色器-练习-旋转效果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10.着色器-练习-旋转效果 ｜ 第 2/2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2-- 02.顶点颜色-绘制渐变正方形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02.顶点颜色-绘制渐变正方形 ｜ 第 1/5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2-- 02.顶点颜色-绘制渐变正方形_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02.顶点颜色-绘制渐变正方形 ｜ 第 2/5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2-- 02.顶点颜色-绘制渐变正方形_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02.顶点颜色-绘制渐变正方形 ｜ 第 3/5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2-- 02.顶点颜色-绘制渐变正方形__4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02.顶点颜色-绘制渐变正方形 ｜ 第 4/5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2-- 02.顶点颜色-绘制渐变正方形__5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02.顶点颜色-绘制渐变正方形 ｜ 第 5/5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1/7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2/7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3/7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2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4/7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3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5/7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6/7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3-- 03.渲染管线__4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03.渲染管线 ｜ 第 7/7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4-- 04.初识-着色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04.初识-着色器 ｜ 第 1/3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4-- 04.初识-着色器_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04.初识-着色器 ｜ 第 2/3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4-- 04.初识-着色器_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04.初识-着色器 ｜ 第 3/3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5-- 05.着色器变量-attribute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05.着色器变量-attribute ｜ 第 1/2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5-- 05.着色器变量-attribute_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05.着色器变量-attribute ｜ 第 2/2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6-- 06.着色器变量-uniform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06.着色器变量-uniform ｜ 第 1/3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6-- 06.着色器变量-uniform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06.着色器变量-uniform ｜ 第 2/3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6-- 06.着色器变量-uniform_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06.着色器变量-uniform ｜ 第 3/3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7-- 07.着色器变量-varying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07.着色器变量-varying ｜ 第 1/3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7-- 07.着色器变量-varying_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07.着色器变量-varying ｜ 第 2/3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7-- 07.着色器变量-varying_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07.着色器变量-varying ｜ 第 3/3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8-- 08.着色器-练习-渐变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08.着色器-练习-渐变效果 ｜ 第 1/3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8-- 08.着色器-练习-渐变效果_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08.着色器-练习-渐变效果 ｜ 第 2/3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8-- 08.着色器-练习-渐变效果_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08.着色器-练习-渐变效果 ｜ 第 3/3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9-- 09.着色器-练习-波浪效果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09.着色器-练习-波浪效果 ｜ 第 1/3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9-- 09.着色器-练习-波浪效果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09.着色器-练习-波浪效果 ｜ 第 2/3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-顶点坐标和着色器__9-- 09.着色器-练习-波浪效果_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9-顶点坐标和着色器 ｜ 09.着色器-练习-波浪效果 ｜ 第 3/3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
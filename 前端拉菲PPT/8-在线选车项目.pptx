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-- 01.项目-在线选车介绍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01.项目-在线选车介绍 ｜ 第 1/3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-- 01.项目-在线选车介绍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01.项目-在线选车介绍 ｜ 第 2/3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-- 01.项目-在线选车介绍__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01.项目-在线选车介绍 ｜ 第 3/3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1-- 11.项目-事件总线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11.项目-事件总线 ｜ 第 1/5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1-- 11.项目-事件总线_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11.项目-事件总线 ｜ 第 2/5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1-- 11.项目-事件总线__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11.项目-事件总线 ｜ 第 3/5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1-- 11.项目-事件总线__2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11.项目-事件总线 ｜ 第 4/5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1-- 11.项目-事件总线__3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11.项目-事件总线 ｜ 第 5/5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2-- 12.项目-车颜色修改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12.项目-车颜色修改 ｜ 第 1/4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2-- 12.项目-车颜色修改_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12.项目-车颜色修改 ｜ 第 2/4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2-- 12.项目-车颜色修改__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12.项目-车颜色修改 ｜ 第 3/4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2-- 12.项目-车颜色修改__2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12.项目-车颜色修改 ｜ 第 4/4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3-- 13.项目-贴膜切换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13.项目-贴膜切换 ｜ 第 1/4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3-- 13.项目-贴膜切换_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13.项目-贴膜切换 ｜ 第 2/4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3-- 13.项目-贴膜切换__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13.项目-贴膜切换 ｜ 第 3/4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3-- 13.项目-贴膜切换__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13.项目-贴膜切换 ｜ 第 4/4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4-- 14.项目-价格计算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14.项目-价格计算 ｜ 第 1/2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4-- 14.项目-价格计算_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14.项目-价格计算 ｜ 第 2/2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5-- 15.项目-场景切换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15.项目-场景切换 ｜ 第 1/2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5-- 15.项目-场景切换_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15.项目-场景切换 ｜ 第 2/2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6-- 16.项目-视角切换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16.项目-视角切换 ｜ 第 1/2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16-- 16.项目-视角切换__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16.项目-视角切换 ｜ 第 2/2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2-- 02.项目-模板介绍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02.项目-模板介绍 ｜ 第 1/2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2-- 02.项目-模板介绍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02.项目-模板介绍 ｜ 第 2/2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3-- 03.项目-汽车模型加载_模型加载函数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03.项目-汽车模型加载_模型加载函数 ｜ 第 1/4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3-- 03.项目-汽车模型加载_模型加载函数_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03.项目-汽车模型加载_模型加载函数 ｜ 第 2/4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3-- 03.项目-汽车模型加载_模型加载函数__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03.项目-汽车模型加载_模型加载函数 ｜ 第 3/4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3-- 03.项目-汽车模型加载_模型加载函数__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03.项目-汽车模型加载_模型加载函数 ｜ 第 4/4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5-- 05.项目-灯光添加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05.项目-灯光添加 ｜ 第 1/4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5-- 05.项目-灯光添加__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05.项目-灯光添加 ｜ 第 2/4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5-- 05.项目-灯光添加__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05.项目-灯光添加 ｜ 第 3/4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5-- 05.项目-灯光添加__2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05.项目-灯光添加 ｜ 第 4/4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6-- 06.项目-汽车皮肤修改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06.项目-汽车皮肤修改 ｜ 第 1/4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6-- 06.项目-汽车皮肤修改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06.项目-汽车皮肤修改 ｜ 第 2/4 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6-- 06.项目-汽车皮肤修改__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06.项目-汽车皮肤修改 ｜ 第 3/4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6-- 06.项目-汽车皮肤修改__2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06.项目-汽车皮肤修改 ｜ 第 4/4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7-- 07.项目-添加背景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07.项目-添加背景 ｜ 第 1/2 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7-- 07.项目-添加背景_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07.项目-添加背景 ｜ 第 2/2 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8-- 08.项目-车门热点标记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08.项目-车门热点标记 ｜ 第 1/4 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8-- 08.项目-车门热点标记_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08.项目-车门热点标记 ｜ 第 2/4 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8-- 08.项目-车门热点标记__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08.项目-车门热点标记 ｜ 第 3/4 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8-- 08.项目-车门热点标记__4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08.项目-车门热点标记 ｜ 第 4/4 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9-- 09.项目-车门开关效果_数据收集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09.项目-车门开关效果_数据收集 ｜ 第 1/4 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9-- 09.项目-车门开关效果_数据收集_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09.项目-车门开关效果_数据收集 ｜ 第 2/4 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9-- 09.项目-车门开关效果_数据收集__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09.项目-车门开关效果_数据收集 ｜ 第 3/4 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在线选车项目__9-- 09.项目-车门开关效果_数据收集__7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8-在线选车项目 ｜ 09.项目-车门开关效果_数据收集 ｜ 第 4/4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
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-Three.js展厅案例__1-- 04.展厅一的设置_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4-Three.js展厅案例 ｜ 04.展厅一的设置 ｜ 第 1/2 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-Three.js展厅案例__1-- 04.展厅一的设置__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4-Three.js展厅案例 ｜ 04.展厅一的设置 ｜ 第 2/2 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-Three.js展厅案例__3-- 06.展厅二的切换_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4-Three.js展厅案例 ｜ 06.展厅二的切换 ｜ 第 1/3 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-Three.js展厅案例__3-- 06.展厅二的切换__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4-Three.js展厅案例 ｜ 06.展厅二的切换 ｜ 第 2/3 页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-Three.js展厅案例__3-- 06.展厅二的切换__6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4-Three.js展厅案例 ｜ 06.展厅二的切换 ｜ 第 3/3 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-Three.js展厅案例__4-- 07.展厅三的切换_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4-Three.js展厅案例 ｜ 07.展厅三的切换 ｜ 第 1/2 页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-Three.js展厅案例__4-- 07.展厅三的切换__4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4-Three.js展厅案例 ｜ 07.展厅三的切换 ｜ 第 2/2 页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-Three.js展厅案例__5-- 08.展厅四的内容创建_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4-Three.js展厅案例 ｜ 08.展厅四的内容创建 ｜ 第 1/2 页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-Three.js展厅案例__5-- 08.展厅四的内容创建__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4-Three.js展厅案例 ｜ 08.展厅四的内容创建 ｜ 第 2/2 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
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-- 01.基础网格材质_颜色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01.基础网格材质_颜色贴图 ｜ 第 1/4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-- 01.基础网格材质_颜色贴图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01.基础网格材质_颜色贴图 ｜ 第 2/4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-- 01.基础网格材质_颜色贴图_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01.基础网格材质_颜色贴图 ｜ 第 3/4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-- 01.基础网格材质_颜色贴图_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01.基础网格材质_颜色贴图 ｜ 第 4/4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0-- 09.标准网格材质-法线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09.标准网格材质-法线贴图 ｜ 第 1/3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0-- 09.标准网格材质-法线贴图_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09.标准网格材质-法线贴图 ｜ 第 2/3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0-- 09.标准网格材质-法线贴图_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09.标准网格材质-法线贴图 ｜ 第 3/3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1-- 10.环境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10.环境贴图 ｜ 第 1/3 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1-- 10.环境贴图_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10.环境贴图 ｜ 第 2/3 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1-- 10.环境贴图__2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10.环境贴图 ｜ 第 3/3 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2-- 11.物理网格材质-清漆度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11.物理网格材质-清漆度 ｜ 第 1/3 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2-- 11.物理网格材质-清漆度_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11.物理网格材质-清漆度 ｜ 第 2/3 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2-- 11.物理网格材质-清漆度_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11.物理网格材质-清漆度 ｜ 第 3/3 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3-- 12.认识模型文件并使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12.认识模型文件并使用 ｜ 第 1/3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3-- 12.认识模型文件并使用_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12.认识模型文件并使用 ｜ 第 2/3 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3-- 12.认识模型文件并使用__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12.认识模型文件并使用 ｜ 第 3/3 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4-- 13.模型-查找并修改细节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13.模型-查找并修改细节 ｜ 第 1/2 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4-- 13.模型-查找并修改细节_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13.模型-查找并修改细节 ｜ 第 2/2 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5-- 14.修改摄像机位置和观察点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14.修改摄像机位置和观察点 ｜ 第 1/2 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5-- 14.修改摄像机位置和观察点_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14.修改摄像机位置和观察点 ｜ 第 2/2 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6-- 15.世界坐标系和模型坐标系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15.世界坐标系和模型坐标系 ｜ 第 1/2 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16-- 15.世界坐标系和模型坐标系_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15.世界坐标系和模型坐标系 ｜ 第 2/2 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2-- 02.基础网格材质_透明度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02.基础网格材质_透明度贴图 ｜ 第 1/3 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2-- 02.基础网格材质_透明度贴图_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02.基础网格材质_透明度贴图 ｜ 第 2/3 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2-- 02.基础网格材质_透明度贴图__2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02.基础网格材质_透明度贴图 ｜ 第 3/3 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3-- 03.基础网格材质_环境遮挡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03.基础网格材质_环境遮挡贴图 ｜ 第 1/4 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3-- 03.基础网格材质_环境遮挡贴图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03.基础网格材质_环境遮挡贴图 ｜ 第 2/4 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3-- 03.基础网格材质_环境遮挡贴图__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03.基础网格材质_环境遮挡贴图 ｜ 第 3/4 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3-- 03.基础网格材质_环境遮挡贴图__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03.基础网格材质_环境遮挡贴图 ｜ 第 4/4 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4-- 04.Lambert网格材质_基础_上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04.Lambert网格材质_基础_上 ｜ 第 1/4 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4-- 04.Lambert网格材质_基础_上_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04.Lambert网格材质_基础_上 ｜ 第 2/4 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4-- 04.Lambert网格材质_基础_上__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04.Lambert网格材质_基础_上 ｜ 第 3/4 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4-- 04.Lambert网格材质_基础_上__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04.Lambert网格材质_基础_上 ｜ 第 4/4 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6-- 05.Phong 网格材质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05.Phong 网格材质 ｜ 第 1/3 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6-- 05.Phong 网格材质_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05.Phong 网格材质 ｜ 第 2/3 页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6-- 05.Phong 网格材质_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05.Phong 网格材质 ｜ 第 3/3 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7-- 06.标准网格材质-粗糙度和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06.标准网格材质-粗糙度和贴图 ｜ 第 1/4 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7-- 06.标准网格材质-粗糙度和贴图_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06.标准网格材质-粗糙度和贴图 ｜ 第 2/4 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7-- 06.标准网格材质-粗糙度和贴图__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06.标准网格材质-粗糙度和贴图 ｜ 第 3/4 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7-- 06.标准网格材质-粗糙度和贴图__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06.标准网格材质-粗糙度和贴图 ｜ 第 4/4 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8-- 07.标准网格材质-金属度和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07.标准网格材质-金属度和贴图 ｜ 第 1/4 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8-- 07.标准网格材质-金属度和贴图_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07.标准网格材质-金属度和贴图 ｜ 第 2/4 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8-- 07.标准网格材质-金属度和贴图_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07.标准网格材质-金属度和贴图 ｜ 第 3/4 页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8-- 07.标准网格材质-金属度和贴图__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07.标准网格材质-金属度和贴图 ｜ 第 4/4 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9-- 08.标准网格材质-位移贴图_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08.标准网格材质-位移贴图 ｜ 第 1/4 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9-- 08.标准网格材质-位移贴图_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08.标准网格材质-位移贴图 ｜ 第 2/4 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9-- 08.标准网格材质-位移贴图_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08.标准网格材质-位移贴图 ｜ 第 3/4 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材质__9-- 08.标准网格材质-位移贴图_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2A4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l"/>
            <a:r>
              <a:rPr sz="1600">
                <a:solidFill>
                  <a:srgbClr val="FFFFFF"/>
                </a:solidFill>
                <a:latin typeface="微软雅黑"/>
              </a:rPr>
              <a:t>5-材质 ｜ 08.标准网格材质-位移贴图 ｜ 第 4/4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